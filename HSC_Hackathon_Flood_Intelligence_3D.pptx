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000"/>
            </a:pPr>
            <a:r>
              <a:t>Hackfor</a:t>
            </a:r>
            <a:br/>
            <a:r>
              <a:t>Social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54273"/>
                </a:solidFill>
              </a:defRPr>
            </a:pPr>
            <a:r>
              <a:t>FLOOD INTELLIGENCE 3D</a:t>
            </a:r>
          </a:p>
          <a:p>
            <a:pPr>
              <a:spcBef>
                <a:spcPts val="400"/>
              </a:spcBef>
              <a:defRPr sz="1800">
                <a:solidFill>
                  <a:srgbClr val="06B6D4"/>
                </a:solidFill>
              </a:defRPr>
            </a:pPr>
            <a:r>
              <a:t>Physics-Informed Satellite Earth Observation &amp; Hydrodynamic Flood Inundation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4937760" cy="3108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Submission Details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Theme: Disaster Management / AI for Social Good (HSC)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Concept Title: Sentinel-1 SAR &amp; PINN Flood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Team Name: [Your Registered Team Name]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Team ID: [Your Registered Team ID]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State/UT: Tamil Nadu (or your registered state)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Target Beneficiaries: NDRF, SDRF, GDACS &amp; Crisis Relief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926080"/>
            <a:ext cx="4937760" cy="3108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0632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Live Prototype &amp; Code Links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Live 24/7 Web App: https://flood-intelligence-3d-cy4j.vercel.app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Open-Source GitHub: https://github.com/gokulapriyan1119-dev/flood-intelligence-3d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Framework: Next.js 14 App Router + Three.js + R3F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ML Inference: U-Net++ (ResNet34) + 2D Shallow Water PINN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Security: Enterprise Google SMTP 2FA Email OTP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License: Official Open-Source MIT License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Problem –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1. Core Problem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Optical Satellites Blinded: Heavy monsoons, cyclones, and night clouds block optical optical satellites completely.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Static 2D Boundaries Only: Conventional flood maps only display whether water is present, not continuous water depth (h).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Critical Rescue Blindspots: Rescue boats run aground and relief convoys drown without accurate bathymetric depths.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Delayed Action: Manual GIS processing takes 24-48 hours, missing life-saving golden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2. Proposed Solution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All-Weather C-Band SAR: Ingests Sentinel-1 radar backscatter (sigma0) to penetrate clouds and rain 24/7.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Dual-Stage Neural Engine: U-Net++ (ResNet-34) segments flood extents; PINN solves Shallow Water PDEs for depth.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Manning's Friction Physics: Integrates 30m Copernicus DEM topography with surface roughness equations.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3D WebGL Command Center: Interactive rotating Earth &amp; hydrodynamic 3D bathymetry terrain in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29184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3. Innovation &amp; Uniqueness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First-of-its-Kind PINN: Incorporates Navier-Stokes and mass conservation directly into neural loss.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Dynamic Cross-Section Slice: Cuts interactive 2D bathymetric elevation profiles across terrain in real time.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1-Click 10-Page PDF Reports: Instant generation of military-grade flood situation dossiers via jsPDF.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Zero Desktop GIS Requirement: Accessible on standard smartphones without costly ESRI/ArcGIS licenses.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Frontend: Next.js 14 (App Router), TypeScript, React Three Fiber (R3F), Three.js, TailwindCSS.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State &amp; Viz: Zustand, Recharts (hydrographs), Framer Motion, Lucide Icons.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Backend &amp; ML: FastAPI, PyTorch, U-Net++ (ResNet-34 Encoder), Hydrodynamic PINN.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Data: Sentinel-1 C-SAR IW GRDH (VV/VH), Copernicus DEM GLO-30, ECMWF ERA5.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Auth: Google SMTP (smtp.gmail.com:465) 2FA Real-Time Email OTP.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Cloud: 24/7 Vercel Global Edge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41148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Methodology &amp; Implementation Pipeline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1. Ingestion: Drag-and-drop dual-pol GeoTIFFs (VV + VH radar backscatter in dB).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2. Calibration: Radiometric sigma0 calibration + Refined Lee 7x7 speckle reduction.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3. Segmentation: U-Net++ extracts water-land boundary (Test IoU: 0.621).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4. PINN Hydrodynamic Depth Solver: Enforces dh/dt + div(uh) = R(t) + Manning's equation (Residual &lt;= 4.18e-5).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5. 3D WebGL Rendering: Displaces terrain mesh with DEM vertices &amp; dynamic wave shaders.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6. Inundation Analytics: Hydrograph peak arrival, velocity vectors &amp; safe routing matrices.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188720"/>
            <a:ext cx="2651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3258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AI Tools &amp; Links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AI Usage Extent: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PyTorch U-Net++ for radar segmentation.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Physics-Informed Neural Network (PINN) for fluid dynamic partial differential equations.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Automated situation brief generation.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Repository Link: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github.com/gokulapriyan1119-dev/flood-intelligence-3d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Live Production URL: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flood-intelligence-3d-cy4j.vercel.app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Impact Potential &amp; Societal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Impact on Target Audience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60-Second Situational Awareness: Slashing disaster intelligence delay from 48 hours to under 1 minute.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Safe Rescue Navigability: Boats receive accurate water depth profiles preventing propeller snagging.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Critical Facility Triage: Pinpoints vulnerable hospitals, power grids, and evacuation hubs before submersion.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Democratized Access: Zero installation barrier for field volunteers and relief coordinators.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Social &amp; Economic Benefits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Drastic Mortality Reduction: Early continuous depth warnings protect high-density flood plains (e.g. Assam, Bihar).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Multi-Million Asset Preservation: Enables authorities to build sand barriers around transformers and substations in advance.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Optimized Relief Distribution: Directs airdrops and food supplies to truly cut-off pockets based on depth severity.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Zero Licensing Cost: 100% open-source alternative to expensive commercial satellite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Primary Stakeholders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Disaster Management: National &amp; State Disaster Response Forces (NDRF, SDRF, SDMA).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Global Crisis Agencies: UN OCHA, Copernicus Emergency Management, GDACS.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First Responders: Coast Guard, Navy rescue squads, fire and rescue services.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Municipalities: City irrigation planners and smart city flood defense cells.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Feasibility and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1. Feasibility Assessment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Technical Feasibility: Fully functional production prototype deployed on Vercel Edge with 0 errors.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Data Feasibility: Leverages Copernicus Sentinel-1 radar and ESA DEM data (100% free and open-access).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Scalability: Serverless architecture handles thousands of concurrent users with zero infrastructure cost.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Hardware Independence: Client-side WebGL renders 3D bathymetry on any modern web 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2. Potential Risks &amp; Bottlenecks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Urban Radar Glare: Double-bounce reflections off buildings can mask flood waters in dense cities.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Satellite Revisit Intervals: Sentinel-1 has a 6-12 day revisit period, leaving temporal gaps.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Field Internet Outages: Heavy cyclones can take down ground cell towers and broadband.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GPU Inference Limits: Large satellite scenes require significant tensor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3. Mitigation Strategies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Refined Lee 7x7 Filtering: Dual-polarization ratio (VH/VV) calibration removes urban corner noise.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PINN Temporal Simulation: Forward-propagates flood waves using ECMWF ERA5 rain data between passes.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Offline-First Export: Downloadable 10-page standalone PDF reports &amp; TIFF 6.0 rasters for offline field laptops.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Dynamic Tiling: Processes satellite rasters in memory-optimized 512x512 patches.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Team Composition &amp;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Team Composition &amp; Roles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Gokulapriyan (Lead Architect):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Next.js 14 App Router, WebGL 3D Three.js/R3F engine, Vercel cloud deployment, production security.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Geospatial &amp; SAR Specialist: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Sentinel-1 polarimetric calibration, Copernicus DEM GLO-30 elevation models, GeoTIFF binary pipeline.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Hydrodynamics &amp; ML Engineer: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- U-Net++ ResNet-34 segmentation, Manning's 2D Shallow Water PINN loss formulation.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Technical Challenges Overcome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Zero-Sensor Depth Modeling: Solved depth without ground gauges by enforcing Navier-Stokes physics in neural loss.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High-Frame-Rate 3D Rendering: Maintained smooth 60 FPS in browsers via custom vertex displacement shaders.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Hybrid 2FA Security: Integrated real-time Google SMTP OTP for new users with friction-free logins for returning sessions.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Binary TIFF 6.0 Compliance: Built custom image writer viewable in standard Windows Photo Viewer.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Team Journey &amp; Vision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Bridging Physics &amp; AI: Successfully converted academic fluid dynamic theory into an operational emergency tool.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Rapid Iteration: Designed, debugged, tested, and deployed a production system within hackathon timelines.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Social Impact Commitment: Dedicated to empowering disaster responders with life-saving open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594360"/>
          </a:xfrm>
          <a:prstGeom prst="roundRect">
            <a:avLst/>
          </a:prstGeom>
          <a:solidFill>
            <a:srgbClr val="FED7A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3412"/>
                </a:solidFill>
              </a:defRPr>
            </a:pPr>
            <a:r>
              <a:t>Team</a:t>
            </a:r>
            <a:br/>
            <a: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200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4273"/>
                </a:solidFill>
              </a:defRPr>
            </a:pPr>
            <a:r>
              <a:t>References &amp; Open-Source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743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0000"/>
                </a:solidFill>
              </a:defRPr>
            </a:pPr>
            <a:r>
              <a:t>Hackfor</a:t>
            </a:r>
          </a:p>
          <a:p>
            <a:pPr algn="r">
              <a:defRPr sz="1200" b="1">
                <a:solidFill>
                  <a:srgbClr val="000000"/>
                </a:solidFill>
              </a:defRPr>
            </a:pPr>
            <a:r>
              <a:t>Social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@HSC submission- Template                                                                                           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4273"/>
                </a:solidFill>
              </a:defRPr>
            </a:pPr>
            <a:r>
              <a:t>Academic, Scientific &amp; Project References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1. Copernicus Emergency Management Service (EMS): Sentinel-1 SAR Flood Inundation Delineation Protocols and Water Backscatter Thresholding Guidelines.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2. Zhou, Z., Siddiquee, M. M. R., Tajbakhsh, N., &amp; Liang, J. (2018): 'UNet++: A Nested U-Net Architecture for Medical and Satellite Image Segmentation.' IEEE Transactions on Medical Imaging.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3. Raissi, M., Perdikaris, P., &amp; Karniadakis, G. E. (2019): 'Physics-Informed Neural Networks: A Deep Learning Framework for Solving Forward and Inverse Problems Involving Nonlinear Partial Differential Equations.' Journal of Computational Physics, 378, 686-707.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4. European Space Agency (ESA): Copernicus DEM GLO-30 Global Digital Elevation Model (30m Resolution Topography).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5. European Centre for Medium-Range Weather Forecasts (ECMWF): ERA5 Hourly Atmospheric Precipitation Reanalysis Datasets.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6. Official Project Repository: https://github.com/gokulapriyan1119-dev/flood-intelligence-3d (Open-Source MIT License).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7. 24/7 Global Production Web Application: https://flood-intelligence-3d-cy4j.vercel.app (Live Prototype).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